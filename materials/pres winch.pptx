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4B8A6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WINCH GROUP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Премиальные полиграфические решения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упаковка для бизнеса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2011 года | Ташкент, Узбекистан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4F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 КОМПАНИИ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Winch Group — ведущая полиграфическая компания Узбекистана, специализирующаяся на производстве премиальной упаковки и печатной продукции для корпоративных клиентов.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14 лет работы мы выстроили репутацию надёжного партнёра, обеспечивающего высокое качество, соблюдение сроков и индивидуальный подход к каждому проекту.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2468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0" y="1188720"/>
            <a:ext cx="73152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 на рынке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2468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2194560"/>
            <a:ext cx="73152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корпоративных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200400"/>
            <a:ext cx="2468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3200400"/>
            <a:ext cx="73152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291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$1.1M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годовая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24688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4206240"/>
            <a:ext cx="73152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00800" y="4709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4F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НАПРАВЛЕНИЯ ДЕЯТЕЛЬНОСТИ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печать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188720" cy="320040"/>
          </a:xfrm>
          <a:prstGeom prst="rect">
            <a:avLst/>
          </a:prstGeom>
          <a:solidFill>
            <a:srgbClr val="14B8A6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Маржа: 50-60%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20240" y="1920240"/>
            <a:ext cx="914400" cy="320040"/>
          </a:xfrm>
          <a:prstGeom prst="rect">
            <a:avLst/>
          </a:prstGeom>
          <a:solidFill>
            <a:srgbClr val="1E293B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выручки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Визитки, буклеты, каталоги, календари, флаеры. Soft-touch ламинация, 3D-лак, фольгирование.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97280"/>
            <a:ext cx="265176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Подарочная упаковка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74720" y="1920240"/>
            <a:ext cx="1188720" cy="320040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920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Маржа: 40-45%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920240"/>
            <a:ext cx="914400" cy="320040"/>
          </a:xfrm>
          <a:prstGeom prst="rect">
            <a:avLst/>
          </a:prstGeom>
          <a:solidFill>
            <a:srgbClr val="1E293B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выручки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23774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 коробки с магнитной застёжкой, ригидные коробки, подарочные наборы для VIP-клиентов.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09728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97280"/>
            <a:ext cx="2651760" cy="109728"/>
          </a:xfrm>
          <a:prstGeom prst="rect">
            <a:avLst/>
          </a:prstGeom>
          <a:solidFill>
            <a:srgbClr val="0D4F4F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Картонная упаковка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9360" y="1920240"/>
            <a:ext cx="1188720" cy="320040"/>
          </a:xfrm>
          <a:prstGeom prst="rect">
            <a:avLst/>
          </a:prstGeom>
          <a:solidFill>
            <a:srgbClr val="0D4F4F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920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Маржа: 30%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89520" y="1920240"/>
            <a:ext cx="914400" cy="320040"/>
          </a:xfrm>
          <a:prstGeom prst="rect">
            <a:avLst/>
          </a:prstGeom>
          <a:solidFill>
            <a:srgbClr val="1E293B">
              <a:alpha val="1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1920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выручки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23774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Индивидуальная упаковка для FMCG, HoReCa, фармацевтики. Оптимизация конструкций под тиражи от 500 шт.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КЛЮЧЕВЫЕ ДОСТИЖЕНИЯ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520,000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4630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единиц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годовой контракт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Uzum Bank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39319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1783080"/>
            <a:ext cx="640080" cy="64008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127+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56692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операций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69280" y="2286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производства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дизайна до отгрузки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611880"/>
            <a:ext cx="640080" cy="64008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033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52%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14630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463040" y="4114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свободные мощности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роста без инвестиций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663440" y="3108960"/>
            <a:ext cx="393192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846320" y="3611880"/>
            <a:ext cx="640080" cy="64008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0332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6928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</a:t>
            </a:r>
            <a:endParaRPr lang="en-US" sz="3600" dirty="0"/>
          </a:p>
        </p:txBody>
      </p:sp>
      <p:sp>
        <p:nvSpPr>
          <p:cNvPr id="26" name="Text 20"/>
          <p:cNvSpPr/>
          <p:nvPr/>
        </p:nvSpPr>
        <p:spPr>
          <a:xfrm>
            <a:off x="56692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единиц/день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69280" y="4114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мощность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конец года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4F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КЛИЕНТЫ И СЕГМЕНТЫ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HoReCa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Рестораны, отели, кафе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 Marriott, Afsona Makon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97280"/>
            <a:ext cx="73152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Банки, финтех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Uzum Bank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377440"/>
            <a:ext cx="73152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Продукты питания, бакалея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Производители чая, кондитерских изделий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377440"/>
            <a:ext cx="73152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Фармацевтика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Медицинские товары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производители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агентства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Маркетинговые услуги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Корпоративные подарки, промо-материалы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657600"/>
            <a:ext cx="73152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Госсектор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9204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Государственные учреждения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Тендерные поставки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4F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КОНКУРЕНТНЫЕ ПРЕИМУЩЕСТВА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производства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1508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идеи до готовой продукции — дизайн, препресс, печать, постпечатная обработка и доставка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0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Премиальные технологии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120640" y="15087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Soft-touch ламинация, 3D-лак, горячее и холодное тиснение фольгой, магнитные застёжки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888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Гибкость тиражей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914400" y="27889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Работаем с заказами от 100 единиц. Экономичные решения для малых и средних тиражей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46888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2064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Соблюдение сроков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120640" y="27889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Срочные заказы от 3 дней. 14 лет безупречной репутации в выполнении обязательств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4904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44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Индивидуальный подход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914400" y="4069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Персональный менеджер для каждого клиента. Адаптация решений под бюджет и задачи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74904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0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Экспертиза в упаковке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5120640" y="4069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Глубокое понимание потребностей B2B-сегмента, оптимизация конструкций для снижения затрат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4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СТРАТЕГИЯ РАЗВИТИЯ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удвоение прибыли за 12 месяцев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Сдвиг продуктового микса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Увеличение доли цифровой печати с 13% до 20% и подарочной упаковки с 20% до 28%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691640"/>
            <a:ext cx="2286000" cy="457200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маржи: 37% → 42%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Усиление продаж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команды до 5 человек. QBR с топ-20 клиентами. Annual commitments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2834640"/>
            <a:ext cx="2286000" cy="457200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+$200-300K выручки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Маркетинговые инвестиции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Увеличение бюджета с 2.5% до 5% выручки. Account-Based Marketing для ключевых сегментов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3977640"/>
            <a:ext cx="2286000" cy="457200"/>
          </a:xfrm>
          <a:prstGeom prst="rect">
            <a:avLst/>
          </a:prstGeom>
          <a:solidFill>
            <a:srgbClr val="14B8A6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 лидов/месяц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4F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WINCH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обсудить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проект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457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КОНТАКТЫ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0" y="91440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20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+998 XX XXX XX XX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116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info@winch.uz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517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064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www.winch.uz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57200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Ташкент, Узбекистан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7200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Работаем с B2B клиентами по всей стране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Winch Group - Презентация компании</dc:title>
  <dc:subject>PptxGenJS Presentation</dc:subject>
  <dc:creator>Winch Group</dc:creator>
  <cp:lastModifiedBy>Winch Group</cp:lastModifiedBy>
  <cp:revision>1</cp:revision>
  <dcterms:created xsi:type="dcterms:W3CDTF">2026-01-27T20:51:37Z</dcterms:created>
  <dcterms:modified xsi:type="dcterms:W3CDTF">2026-01-27T20:51:37Z</dcterms:modified>
</cp:coreProperties>
</file>